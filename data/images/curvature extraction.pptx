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8594725" cy="5578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4" autoAdjust="0"/>
    <p:restoredTop sz="94660"/>
  </p:normalViewPr>
  <p:slideViewPr>
    <p:cSldViewPr snapToGrid="0">
      <p:cViewPr>
        <p:scale>
          <a:sx n="125" d="100"/>
          <a:sy n="125" d="100"/>
        </p:scale>
        <p:origin x="1771" y="4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4605" y="912959"/>
            <a:ext cx="7305516" cy="1942136"/>
          </a:xfrm>
        </p:spPr>
        <p:txBody>
          <a:bodyPr anchor="b"/>
          <a:lstStyle>
            <a:lvl1pPr algn="ctr">
              <a:defRPr sz="4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4341" y="2929991"/>
            <a:ext cx="6446044" cy="1346840"/>
          </a:xfrm>
        </p:spPr>
        <p:txBody>
          <a:bodyPr/>
          <a:lstStyle>
            <a:lvl1pPr marL="0" indent="0" algn="ctr">
              <a:buNone/>
              <a:defRPr sz="1952"/>
            </a:lvl1pPr>
            <a:lvl2pPr marL="371886" indent="0" algn="ctr">
              <a:buNone/>
              <a:defRPr sz="1627"/>
            </a:lvl2pPr>
            <a:lvl3pPr marL="743773" indent="0" algn="ctr">
              <a:buNone/>
              <a:defRPr sz="1464"/>
            </a:lvl3pPr>
            <a:lvl4pPr marL="1115659" indent="0" algn="ctr">
              <a:buNone/>
              <a:defRPr sz="1301"/>
            </a:lvl4pPr>
            <a:lvl5pPr marL="1487546" indent="0" algn="ctr">
              <a:buNone/>
              <a:defRPr sz="1301"/>
            </a:lvl5pPr>
            <a:lvl6pPr marL="1859432" indent="0" algn="ctr">
              <a:buNone/>
              <a:defRPr sz="1301"/>
            </a:lvl6pPr>
            <a:lvl7pPr marL="2231319" indent="0" algn="ctr">
              <a:buNone/>
              <a:defRPr sz="1301"/>
            </a:lvl7pPr>
            <a:lvl8pPr marL="2603205" indent="0" algn="ctr">
              <a:buNone/>
              <a:defRPr sz="1301"/>
            </a:lvl8pPr>
            <a:lvl9pPr marL="2975092" indent="0" algn="ctr">
              <a:buNone/>
              <a:defRPr sz="130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96BA-39A8-45D9-9CEA-09731076BED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0E246-6423-44E2-AE82-966872E2F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82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96BA-39A8-45D9-9CEA-09731076BED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0E246-6423-44E2-AE82-966872E2F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26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12" y="1390747"/>
            <a:ext cx="7412950" cy="2320490"/>
          </a:xfrm>
        </p:spPr>
        <p:txBody>
          <a:bodyPr anchor="b"/>
          <a:lstStyle>
            <a:lvl1pPr>
              <a:defRPr sz="4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6412" y="3733189"/>
            <a:ext cx="7412950" cy="1220291"/>
          </a:xfrm>
        </p:spPr>
        <p:txBody>
          <a:bodyPr/>
          <a:lstStyle>
            <a:lvl1pPr marL="0" indent="0">
              <a:buNone/>
              <a:defRPr sz="1952">
                <a:solidFill>
                  <a:schemeClr val="tx1"/>
                </a:solidFill>
              </a:defRPr>
            </a:lvl1pPr>
            <a:lvl2pPr marL="371886" indent="0">
              <a:buNone/>
              <a:defRPr sz="1627">
                <a:solidFill>
                  <a:schemeClr val="tx1">
                    <a:tint val="75000"/>
                  </a:schemeClr>
                </a:solidFill>
              </a:defRPr>
            </a:lvl2pPr>
            <a:lvl3pPr marL="743773" indent="0">
              <a:buNone/>
              <a:defRPr sz="1464">
                <a:solidFill>
                  <a:schemeClr val="tx1">
                    <a:tint val="75000"/>
                  </a:schemeClr>
                </a:solidFill>
              </a:defRPr>
            </a:lvl3pPr>
            <a:lvl4pPr marL="1115659" indent="0">
              <a:buNone/>
              <a:defRPr sz="1301">
                <a:solidFill>
                  <a:schemeClr val="tx1">
                    <a:tint val="75000"/>
                  </a:schemeClr>
                </a:solidFill>
              </a:defRPr>
            </a:lvl4pPr>
            <a:lvl5pPr marL="1487546" indent="0">
              <a:buNone/>
              <a:defRPr sz="1301">
                <a:solidFill>
                  <a:schemeClr val="tx1">
                    <a:tint val="75000"/>
                  </a:schemeClr>
                </a:solidFill>
              </a:defRPr>
            </a:lvl5pPr>
            <a:lvl6pPr marL="1859432" indent="0">
              <a:buNone/>
              <a:defRPr sz="1301">
                <a:solidFill>
                  <a:schemeClr val="tx1">
                    <a:tint val="75000"/>
                  </a:schemeClr>
                </a:solidFill>
              </a:defRPr>
            </a:lvl6pPr>
            <a:lvl7pPr marL="2231319" indent="0">
              <a:buNone/>
              <a:defRPr sz="1301">
                <a:solidFill>
                  <a:schemeClr val="tx1">
                    <a:tint val="75000"/>
                  </a:schemeClr>
                </a:solidFill>
              </a:defRPr>
            </a:lvl7pPr>
            <a:lvl8pPr marL="2603205" indent="0">
              <a:buNone/>
              <a:defRPr sz="1301">
                <a:solidFill>
                  <a:schemeClr val="tx1">
                    <a:tint val="75000"/>
                  </a:schemeClr>
                </a:solidFill>
              </a:defRPr>
            </a:lvl8pPr>
            <a:lvl9pPr marL="2975092" indent="0">
              <a:buNone/>
              <a:defRPr sz="13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96BA-39A8-45D9-9CEA-09731076BED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0E246-6423-44E2-AE82-966872E2F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986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0887" y="1485011"/>
            <a:ext cx="3652758" cy="353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1080" y="1485011"/>
            <a:ext cx="3652758" cy="353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96BA-39A8-45D9-9CEA-09731076BED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0E246-6423-44E2-AE82-966872E2F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84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007" y="297004"/>
            <a:ext cx="7412950" cy="1078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2008" y="1367502"/>
            <a:ext cx="3635971" cy="670191"/>
          </a:xfrm>
        </p:spPr>
        <p:txBody>
          <a:bodyPr anchor="b"/>
          <a:lstStyle>
            <a:lvl1pPr marL="0" indent="0">
              <a:buNone/>
              <a:defRPr sz="1952" b="1"/>
            </a:lvl1pPr>
            <a:lvl2pPr marL="371886" indent="0">
              <a:buNone/>
              <a:defRPr sz="1627" b="1"/>
            </a:lvl2pPr>
            <a:lvl3pPr marL="743773" indent="0">
              <a:buNone/>
              <a:defRPr sz="1464" b="1"/>
            </a:lvl3pPr>
            <a:lvl4pPr marL="1115659" indent="0">
              <a:buNone/>
              <a:defRPr sz="1301" b="1"/>
            </a:lvl4pPr>
            <a:lvl5pPr marL="1487546" indent="0">
              <a:buNone/>
              <a:defRPr sz="1301" b="1"/>
            </a:lvl5pPr>
            <a:lvl6pPr marL="1859432" indent="0">
              <a:buNone/>
              <a:defRPr sz="1301" b="1"/>
            </a:lvl6pPr>
            <a:lvl7pPr marL="2231319" indent="0">
              <a:buNone/>
              <a:defRPr sz="1301" b="1"/>
            </a:lvl7pPr>
            <a:lvl8pPr marL="2603205" indent="0">
              <a:buNone/>
              <a:defRPr sz="1301" b="1"/>
            </a:lvl8pPr>
            <a:lvl9pPr marL="2975092" indent="0">
              <a:buNone/>
              <a:defRPr sz="13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2008" y="2037693"/>
            <a:ext cx="3635971" cy="29971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51080" y="1367502"/>
            <a:ext cx="3653878" cy="670191"/>
          </a:xfrm>
        </p:spPr>
        <p:txBody>
          <a:bodyPr anchor="b"/>
          <a:lstStyle>
            <a:lvl1pPr marL="0" indent="0">
              <a:buNone/>
              <a:defRPr sz="1952" b="1"/>
            </a:lvl1pPr>
            <a:lvl2pPr marL="371886" indent="0">
              <a:buNone/>
              <a:defRPr sz="1627" b="1"/>
            </a:lvl2pPr>
            <a:lvl3pPr marL="743773" indent="0">
              <a:buNone/>
              <a:defRPr sz="1464" b="1"/>
            </a:lvl3pPr>
            <a:lvl4pPr marL="1115659" indent="0">
              <a:buNone/>
              <a:defRPr sz="1301" b="1"/>
            </a:lvl4pPr>
            <a:lvl5pPr marL="1487546" indent="0">
              <a:buNone/>
              <a:defRPr sz="1301" b="1"/>
            </a:lvl5pPr>
            <a:lvl6pPr marL="1859432" indent="0">
              <a:buNone/>
              <a:defRPr sz="1301" b="1"/>
            </a:lvl6pPr>
            <a:lvl7pPr marL="2231319" indent="0">
              <a:buNone/>
              <a:defRPr sz="1301" b="1"/>
            </a:lvl7pPr>
            <a:lvl8pPr marL="2603205" indent="0">
              <a:buNone/>
              <a:defRPr sz="1301" b="1"/>
            </a:lvl8pPr>
            <a:lvl9pPr marL="2975092" indent="0">
              <a:buNone/>
              <a:defRPr sz="13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1080" y="2037693"/>
            <a:ext cx="3653878" cy="29971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96BA-39A8-45D9-9CEA-09731076BED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0E246-6423-44E2-AE82-966872E2F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873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96BA-39A8-45D9-9CEA-09731076BED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0E246-6423-44E2-AE82-966872E2F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62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96BA-39A8-45D9-9CEA-09731076BED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0E246-6423-44E2-AE82-966872E2F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95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007" y="371898"/>
            <a:ext cx="2772023" cy="1301644"/>
          </a:xfrm>
        </p:spPr>
        <p:txBody>
          <a:bodyPr anchor="b"/>
          <a:lstStyle>
            <a:lvl1pPr>
              <a:defRPr sz="260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3877" y="803198"/>
            <a:ext cx="4351080" cy="3964333"/>
          </a:xfrm>
        </p:spPr>
        <p:txBody>
          <a:bodyPr/>
          <a:lstStyle>
            <a:lvl1pPr>
              <a:defRPr sz="2603"/>
            </a:lvl1pPr>
            <a:lvl2pPr>
              <a:defRPr sz="2278"/>
            </a:lvl2pPr>
            <a:lvl3pPr>
              <a:defRPr sz="1952"/>
            </a:lvl3pPr>
            <a:lvl4pPr>
              <a:defRPr sz="1627"/>
            </a:lvl4pPr>
            <a:lvl5pPr>
              <a:defRPr sz="1627"/>
            </a:lvl5pPr>
            <a:lvl6pPr>
              <a:defRPr sz="1627"/>
            </a:lvl6pPr>
            <a:lvl7pPr>
              <a:defRPr sz="1627"/>
            </a:lvl7pPr>
            <a:lvl8pPr>
              <a:defRPr sz="1627"/>
            </a:lvl8pPr>
            <a:lvl9pPr>
              <a:defRPr sz="162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2007" y="1673543"/>
            <a:ext cx="2772023" cy="3100444"/>
          </a:xfrm>
        </p:spPr>
        <p:txBody>
          <a:bodyPr/>
          <a:lstStyle>
            <a:lvl1pPr marL="0" indent="0">
              <a:buNone/>
              <a:defRPr sz="1301"/>
            </a:lvl1pPr>
            <a:lvl2pPr marL="371886" indent="0">
              <a:buNone/>
              <a:defRPr sz="1139"/>
            </a:lvl2pPr>
            <a:lvl3pPr marL="743773" indent="0">
              <a:buNone/>
              <a:defRPr sz="976"/>
            </a:lvl3pPr>
            <a:lvl4pPr marL="1115659" indent="0">
              <a:buNone/>
              <a:defRPr sz="813"/>
            </a:lvl4pPr>
            <a:lvl5pPr marL="1487546" indent="0">
              <a:buNone/>
              <a:defRPr sz="813"/>
            </a:lvl5pPr>
            <a:lvl6pPr marL="1859432" indent="0">
              <a:buNone/>
              <a:defRPr sz="813"/>
            </a:lvl6pPr>
            <a:lvl7pPr marL="2231319" indent="0">
              <a:buNone/>
              <a:defRPr sz="813"/>
            </a:lvl7pPr>
            <a:lvl8pPr marL="2603205" indent="0">
              <a:buNone/>
              <a:defRPr sz="813"/>
            </a:lvl8pPr>
            <a:lvl9pPr marL="2975092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96BA-39A8-45D9-9CEA-09731076BED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0E246-6423-44E2-AE82-966872E2F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76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007" y="371898"/>
            <a:ext cx="2772023" cy="1301644"/>
          </a:xfrm>
        </p:spPr>
        <p:txBody>
          <a:bodyPr anchor="b"/>
          <a:lstStyle>
            <a:lvl1pPr>
              <a:defRPr sz="260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3877" y="803198"/>
            <a:ext cx="4351080" cy="3964333"/>
          </a:xfrm>
        </p:spPr>
        <p:txBody>
          <a:bodyPr anchor="t"/>
          <a:lstStyle>
            <a:lvl1pPr marL="0" indent="0">
              <a:buNone/>
              <a:defRPr sz="2603"/>
            </a:lvl1pPr>
            <a:lvl2pPr marL="371886" indent="0">
              <a:buNone/>
              <a:defRPr sz="2278"/>
            </a:lvl2pPr>
            <a:lvl3pPr marL="743773" indent="0">
              <a:buNone/>
              <a:defRPr sz="1952"/>
            </a:lvl3pPr>
            <a:lvl4pPr marL="1115659" indent="0">
              <a:buNone/>
              <a:defRPr sz="1627"/>
            </a:lvl4pPr>
            <a:lvl5pPr marL="1487546" indent="0">
              <a:buNone/>
              <a:defRPr sz="1627"/>
            </a:lvl5pPr>
            <a:lvl6pPr marL="1859432" indent="0">
              <a:buNone/>
              <a:defRPr sz="1627"/>
            </a:lvl6pPr>
            <a:lvl7pPr marL="2231319" indent="0">
              <a:buNone/>
              <a:defRPr sz="1627"/>
            </a:lvl7pPr>
            <a:lvl8pPr marL="2603205" indent="0">
              <a:buNone/>
              <a:defRPr sz="1627"/>
            </a:lvl8pPr>
            <a:lvl9pPr marL="2975092" indent="0">
              <a:buNone/>
              <a:defRPr sz="162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2007" y="1673543"/>
            <a:ext cx="2772023" cy="3100444"/>
          </a:xfrm>
        </p:spPr>
        <p:txBody>
          <a:bodyPr/>
          <a:lstStyle>
            <a:lvl1pPr marL="0" indent="0">
              <a:buNone/>
              <a:defRPr sz="1301"/>
            </a:lvl1pPr>
            <a:lvl2pPr marL="371886" indent="0">
              <a:buNone/>
              <a:defRPr sz="1139"/>
            </a:lvl2pPr>
            <a:lvl3pPr marL="743773" indent="0">
              <a:buNone/>
              <a:defRPr sz="976"/>
            </a:lvl3pPr>
            <a:lvl4pPr marL="1115659" indent="0">
              <a:buNone/>
              <a:defRPr sz="813"/>
            </a:lvl4pPr>
            <a:lvl5pPr marL="1487546" indent="0">
              <a:buNone/>
              <a:defRPr sz="813"/>
            </a:lvl5pPr>
            <a:lvl6pPr marL="1859432" indent="0">
              <a:buNone/>
              <a:defRPr sz="813"/>
            </a:lvl6pPr>
            <a:lvl7pPr marL="2231319" indent="0">
              <a:buNone/>
              <a:defRPr sz="813"/>
            </a:lvl7pPr>
            <a:lvl8pPr marL="2603205" indent="0">
              <a:buNone/>
              <a:defRPr sz="813"/>
            </a:lvl8pPr>
            <a:lvl9pPr marL="2975092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96BA-39A8-45D9-9CEA-09731076BED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0E246-6423-44E2-AE82-966872E2F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621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96BA-39A8-45D9-9CEA-09731076BED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0E246-6423-44E2-AE82-966872E2F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3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0600" y="297002"/>
            <a:ext cx="1853238" cy="47275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0888" y="297002"/>
            <a:ext cx="5452279" cy="47275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996BA-39A8-45D9-9CEA-09731076BED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0E246-6423-44E2-AE82-966872E2F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79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0888" y="297004"/>
            <a:ext cx="7412950" cy="1078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0888" y="1485011"/>
            <a:ext cx="7412950" cy="35394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0887" y="5170421"/>
            <a:ext cx="1933813" cy="2970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996BA-39A8-45D9-9CEA-09731076BED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7003" y="5170421"/>
            <a:ext cx="2900720" cy="2970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0025" y="5170421"/>
            <a:ext cx="1933813" cy="2970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80E246-6423-44E2-AE82-966872E2F4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99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743773" rtl="0" eaLnBrk="1" latinLnBrk="0" hangingPunct="1">
        <a:lnSpc>
          <a:spcPct val="90000"/>
        </a:lnSpc>
        <a:spcBef>
          <a:spcPct val="0"/>
        </a:spcBef>
        <a:buNone/>
        <a:defRPr sz="35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943" indent="-185943" algn="l" defTabSz="743773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8" kern="1200">
          <a:solidFill>
            <a:schemeClr val="tx1"/>
          </a:solidFill>
          <a:latin typeface="+mn-lt"/>
          <a:ea typeface="+mn-ea"/>
          <a:cs typeface="+mn-cs"/>
        </a:defRPr>
      </a:lvl1pPr>
      <a:lvl2pPr marL="557830" indent="-185943" algn="l" defTabSz="743773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952" kern="1200">
          <a:solidFill>
            <a:schemeClr val="tx1"/>
          </a:solidFill>
          <a:latin typeface="+mn-lt"/>
          <a:ea typeface="+mn-ea"/>
          <a:cs typeface="+mn-cs"/>
        </a:defRPr>
      </a:lvl2pPr>
      <a:lvl3pPr marL="929716" indent="-185943" algn="l" defTabSz="743773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627" kern="1200">
          <a:solidFill>
            <a:schemeClr val="tx1"/>
          </a:solidFill>
          <a:latin typeface="+mn-lt"/>
          <a:ea typeface="+mn-ea"/>
          <a:cs typeface="+mn-cs"/>
        </a:defRPr>
      </a:lvl3pPr>
      <a:lvl4pPr marL="1301603" indent="-185943" algn="l" defTabSz="743773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4" kern="1200">
          <a:solidFill>
            <a:schemeClr val="tx1"/>
          </a:solidFill>
          <a:latin typeface="+mn-lt"/>
          <a:ea typeface="+mn-ea"/>
          <a:cs typeface="+mn-cs"/>
        </a:defRPr>
      </a:lvl4pPr>
      <a:lvl5pPr marL="1673489" indent="-185943" algn="l" defTabSz="743773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4" kern="1200">
          <a:solidFill>
            <a:schemeClr val="tx1"/>
          </a:solidFill>
          <a:latin typeface="+mn-lt"/>
          <a:ea typeface="+mn-ea"/>
          <a:cs typeface="+mn-cs"/>
        </a:defRPr>
      </a:lvl5pPr>
      <a:lvl6pPr marL="2045376" indent="-185943" algn="l" defTabSz="743773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4" kern="1200">
          <a:solidFill>
            <a:schemeClr val="tx1"/>
          </a:solidFill>
          <a:latin typeface="+mn-lt"/>
          <a:ea typeface="+mn-ea"/>
          <a:cs typeface="+mn-cs"/>
        </a:defRPr>
      </a:lvl6pPr>
      <a:lvl7pPr marL="2417262" indent="-185943" algn="l" defTabSz="743773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4" kern="1200">
          <a:solidFill>
            <a:schemeClr val="tx1"/>
          </a:solidFill>
          <a:latin typeface="+mn-lt"/>
          <a:ea typeface="+mn-ea"/>
          <a:cs typeface="+mn-cs"/>
        </a:defRPr>
      </a:lvl7pPr>
      <a:lvl8pPr marL="2789149" indent="-185943" algn="l" defTabSz="743773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4" kern="1200">
          <a:solidFill>
            <a:schemeClr val="tx1"/>
          </a:solidFill>
          <a:latin typeface="+mn-lt"/>
          <a:ea typeface="+mn-ea"/>
          <a:cs typeface="+mn-cs"/>
        </a:defRPr>
      </a:lvl8pPr>
      <a:lvl9pPr marL="3161035" indent="-185943" algn="l" defTabSz="743773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3773" rtl="0" eaLnBrk="1" latinLnBrk="0" hangingPunct="1">
        <a:defRPr sz="1464" kern="1200">
          <a:solidFill>
            <a:schemeClr val="tx1"/>
          </a:solidFill>
          <a:latin typeface="+mn-lt"/>
          <a:ea typeface="+mn-ea"/>
          <a:cs typeface="+mn-cs"/>
        </a:defRPr>
      </a:lvl1pPr>
      <a:lvl2pPr marL="371886" algn="l" defTabSz="743773" rtl="0" eaLnBrk="1" latinLnBrk="0" hangingPunct="1">
        <a:defRPr sz="1464" kern="1200">
          <a:solidFill>
            <a:schemeClr val="tx1"/>
          </a:solidFill>
          <a:latin typeface="+mn-lt"/>
          <a:ea typeface="+mn-ea"/>
          <a:cs typeface="+mn-cs"/>
        </a:defRPr>
      </a:lvl2pPr>
      <a:lvl3pPr marL="743773" algn="l" defTabSz="743773" rtl="0" eaLnBrk="1" latinLnBrk="0" hangingPunct="1">
        <a:defRPr sz="1464" kern="1200">
          <a:solidFill>
            <a:schemeClr val="tx1"/>
          </a:solidFill>
          <a:latin typeface="+mn-lt"/>
          <a:ea typeface="+mn-ea"/>
          <a:cs typeface="+mn-cs"/>
        </a:defRPr>
      </a:lvl3pPr>
      <a:lvl4pPr marL="1115659" algn="l" defTabSz="743773" rtl="0" eaLnBrk="1" latinLnBrk="0" hangingPunct="1">
        <a:defRPr sz="1464" kern="1200">
          <a:solidFill>
            <a:schemeClr val="tx1"/>
          </a:solidFill>
          <a:latin typeface="+mn-lt"/>
          <a:ea typeface="+mn-ea"/>
          <a:cs typeface="+mn-cs"/>
        </a:defRPr>
      </a:lvl4pPr>
      <a:lvl5pPr marL="1487546" algn="l" defTabSz="743773" rtl="0" eaLnBrk="1" latinLnBrk="0" hangingPunct="1">
        <a:defRPr sz="1464" kern="1200">
          <a:solidFill>
            <a:schemeClr val="tx1"/>
          </a:solidFill>
          <a:latin typeface="+mn-lt"/>
          <a:ea typeface="+mn-ea"/>
          <a:cs typeface="+mn-cs"/>
        </a:defRPr>
      </a:lvl5pPr>
      <a:lvl6pPr marL="1859432" algn="l" defTabSz="743773" rtl="0" eaLnBrk="1" latinLnBrk="0" hangingPunct="1">
        <a:defRPr sz="1464" kern="1200">
          <a:solidFill>
            <a:schemeClr val="tx1"/>
          </a:solidFill>
          <a:latin typeface="+mn-lt"/>
          <a:ea typeface="+mn-ea"/>
          <a:cs typeface="+mn-cs"/>
        </a:defRPr>
      </a:lvl6pPr>
      <a:lvl7pPr marL="2231319" algn="l" defTabSz="743773" rtl="0" eaLnBrk="1" latinLnBrk="0" hangingPunct="1">
        <a:defRPr sz="1464" kern="1200">
          <a:solidFill>
            <a:schemeClr val="tx1"/>
          </a:solidFill>
          <a:latin typeface="+mn-lt"/>
          <a:ea typeface="+mn-ea"/>
          <a:cs typeface="+mn-cs"/>
        </a:defRPr>
      </a:lvl7pPr>
      <a:lvl8pPr marL="2603205" algn="l" defTabSz="743773" rtl="0" eaLnBrk="1" latinLnBrk="0" hangingPunct="1">
        <a:defRPr sz="1464" kern="1200">
          <a:solidFill>
            <a:schemeClr val="tx1"/>
          </a:solidFill>
          <a:latin typeface="+mn-lt"/>
          <a:ea typeface="+mn-ea"/>
          <a:cs typeface="+mn-cs"/>
        </a:defRPr>
      </a:lvl8pPr>
      <a:lvl9pPr marL="2975092" algn="l" defTabSz="743773" rtl="0" eaLnBrk="1" latinLnBrk="0" hangingPunct="1">
        <a:defRPr sz="14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8600FF5-88F4-71B6-4C8A-806C41E7C8D8}"/>
              </a:ext>
            </a:extLst>
          </p:cNvPr>
          <p:cNvGrpSpPr/>
          <p:nvPr/>
        </p:nvGrpSpPr>
        <p:grpSpPr>
          <a:xfrm>
            <a:off x="64634" y="2794921"/>
            <a:ext cx="2797109" cy="2708283"/>
            <a:chOff x="512326" y="3294430"/>
            <a:chExt cx="2967130" cy="287290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8B3860B-2C1C-251D-C772-38C4F58D3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03" t="14374" b="7975"/>
            <a:stretch>
              <a:fillRect/>
            </a:stretch>
          </p:blipFill>
          <p:spPr>
            <a:xfrm>
              <a:off x="512326" y="3294433"/>
              <a:ext cx="2967130" cy="2872901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4E6CA97-765C-1DD1-672E-6E6E72D55697}"/>
                </a:ext>
              </a:extLst>
            </p:cNvPr>
            <p:cNvSpPr/>
            <p:nvPr/>
          </p:nvSpPr>
          <p:spPr>
            <a:xfrm>
              <a:off x="2911813" y="3294432"/>
              <a:ext cx="567641" cy="28729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24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ABF1A9A-218D-7E4C-B871-ED48E1AE9D73}"/>
                </a:ext>
              </a:extLst>
            </p:cNvPr>
            <p:cNvSpPr/>
            <p:nvPr/>
          </p:nvSpPr>
          <p:spPr>
            <a:xfrm>
              <a:off x="843063" y="3294430"/>
              <a:ext cx="2496769" cy="2496769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24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87F8F81-6973-3637-771A-A2FD162F153C}"/>
              </a:ext>
            </a:extLst>
          </p:cNvPr>
          <p:cNvSpPr txBox="1"/>
          <p:nvPr/>
        </p:nvSpPr>
        <p:spPr>
          <a:xfrm>
            <a:off x="72741" y="2849589"/>
            <a:ext cx="380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E7732C9-B52B-88AB-9559-792DD8AA3657}"/>
              </a:ext>
            </a:extLst>
          </p:cNvPr>
          <p:cNvGrpSpPr/>
          <p:nvPr/>
        </p:nvGrpSpPr>
        <p:grpSpPr>
          <a:xfrm>
            <a:off x="68236" y="94551"/>
            <a:ext cx="2793509" cy="2651611"/>
            <a:chOff x="0" y="3255582"/>
            <a:chExt cx="2991500" cy="283954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D8D856-F3D9-5DAB-0FB8-0F7EF9153F5B}"/>
                </a:ext>
              </a:extLst>
            </p:cNvPr>
            <p:cNvGrpSpPr/>
            <p:nvPr/>
          </p:nvGrpSpPr>
          <p:grpSpPr>
            <a:xfrm>
              <a:off x="0" y="3255582"/>
              <a:ext cx="2991500" cy="2839546"/>
              <a:chOff x="5924176" y="2837395"/>
              <a:chExt cx="3057820" cy="2839546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7707B117-381B-BA7F-A579-4355EF072FA0}"/>
                  </a:ext>
                </a:extLst>
              </p:cNvPr>
              <p:cNvGrpSpPr/>
              <p:nvPr/>
            </p:nvGrpSpPr>
            <p:grpSpPr>
              <a:xfrm>
                <a:off x="5924176" y="2837395"/>
                <a:ext cx="2496770" cy="2839546"/>
                <a:chOff x="6491591" y="1329447"/>
                <a:chExt cx="3826214" cy="4351506"/>
              </a:xfrm>
            </p:grpSpPr>
            <p:pic>
              <p:nvPicPr>
                <p:cNvPr id="30" name="Picture 29">
                  <a:extLst>
                    <a:ext uri="{FF2B5EF4-FFF2-40B4-BE49-F238E27FC236}">
                      <a16:creationId xmlns:a16="http://schemas.microsoft.com/office/drawing/2014/main" id="{AB752464-709B-E9A5-24C2-A1FB1230E3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8340" t="12330" r="8120" b="4181"/>
                <a:stretch>
                  <a:fillRect/>
                </a:stretch>
              </p:blipFill>
              <p:spPr>
                <a:xfrm>
                  <a:off x="6491591" y="1329447"/>
                  <a:ext cx="3826214" cy="4351506"/>
                </a:xfrm>
                <a:prstGeom prst="rect">
                  <a:avLst/>
                </a:prstGeom>
              </p:spPr>
            </p:pic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BE5598A9-B161-AC59-E65E-3D0ECFD53CFB}"/>
                    </a:ext>
                  </a:extLst>
                </p:cNvPr>
                <p:cNvSpPr/>
                <p:nvPr/>
              </p:nvSpPr>
              <p:spPr>
                <a:xfrm>
                  <a:off x="6498076" y="1335932"/>
                  <a:ext cx="1381328" cy="466927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24"/>
                </a:p>
              </p:txBody>
            </p:sp>
          </p:grp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ECDD5B6-D9FC-5823-8579-C700A5DAA4BE}"/>
                  </a:ext>
                </a:extLst>
              </p:cNvPr>
              <p:cNvSpPr/>
              <p:nvPr/>
            </p:nvSpPr>
            <p:spPr>
              <a:xfrm>
                <a:off x="8420946" y="2837397"/>
                <a:ext cx="561050" cy="283954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24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B4621A0-A4A0-375F-7CF8-F9713591BB0E}"/>
                    </a:ext>
                  </a:extLst>
                </p:cNvPr>
                <p:cNvSpPr txBox="1"/>
                <p:nvPr/>
              </p:nvSpPr>
              <p:spPr>
                <a:xfrm>
                  <a:off x="187721" y="5731720"/>
                  <a:ext cx="580431" cy="32945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399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99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399" i="1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skel</m:t>
                            </m:r>
                          </m:sub>
                        </m:sSub>
                      </m:oMath>
                    </m:oMathPara>
                  </a14:m>
                  <a:endParaRPr lang="en-US" sz="1399" dirty="0">
                    <a:solidFill>
                      <a:srgbClr val="CC00FF"/>
                    </a:solidFill>
                  </a:endParaRPr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B4621A0-A4A0-375F-7CF8-F9713591BB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721" y="5731720"/>
                  <a:ext cx="580431" cy="32945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5442D09-E24D-3AC0-C020-C2CBC816CC00}"/>
                    </a:ext>
                  </a:extLst>
                </p:cNvPr>
                <p:cNvSpPr txBox="1"/>
                <p:nvPr/>
              </p:nvSpPr>
              <p:spPr>
                <a:xfrm>
                  <a:off x="1457080" y="3781490"/>
                  <a:ext cx="580431" cy="32945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399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99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399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skel</m:t>
                            </m:r>
                          </m:sub>
                        </m:sSub>
                      </m:oMath>
                    </m:oMathPara>
                  </a14:m>
                  <a:endParaRPr lang="en-US" sz="1399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5442D09-E24D-3AC0-C020-C2CBC816CC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7080" y="3781490"/>
                  <a:ext cx="580431" cy="32945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A6314C0-53F6-2002-BEB4-A17E3F079E50}"/>
                </a:ext>
              </a:extLst>
            </p:cNvPr>
            <p:cNvCxnSpPr>
              <a:cxnSpLocks/>
            </p:cNvCxnSpPr>
            <p:nvPr/>
          </p:nvCxnSpPr>
          <p:spPr>
            <a:xfrm>
              <a:off x="1536303" y="3313889"/>
              <a:ext cx="0" cy="2781238"/>
            </a:xfrm>
            <a:prstGeom prst="straightConnector1">
              <a:avLst/>
            </a:prstGeom>
            <a:ln>
              <a:solidFill>
                <a:schemeClr val="accent1"/>
              </a:solidFill>
              <a:headEnd type="triangle"/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B772CAD5-6AFE-5A2B-6FD0-8E32DC337F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" t="53452" r="1613" b="1496"/>
          <a:stretch>
            <a:fillRect/>
          </a:stretch>
        </p:blipFill>
        <p:spPr>
          <a:xfrm>
            <a:off x="2861745" y="2849589"/>
            <a:ext cx="5725651" cy="265160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57DF93E-1EED-4C32-1091-116626C473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" t="4245" r="1613" b="50703"/>
          <a:stretch>
            <a:fillRect/>
          </a:stretch>
        </p:blipFill>
        <p:spPr>
          <a:xfrm>
            <a:off x="2861744" y="94545"/>
            <a:ext cx="5713377" cy="264592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457ED55-4CFB-E197-B062-53FEF37AC79D}"/>
              </a:ext>
            </a:extLst>
          </p:cNvPr>
          <p:cNvSpPr txBox="1"/>
          <p:nvPr/>
        </p:nvSpPr>
        <p:spPr>
          <a:xfrm>
            <a:off x="66325" y="142364"/>
            <a:ext cx="393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70732C-C6BB-4F40-0D11-1C89E3AA1192}"/>
              </a:ext>
            </a:extLst>
          </p:cNvPr>
          <p:cNvSpPr txBox="1"/>
          <p:nvPr/>
        </p:nvSpPr>
        <p:spPr>
          <a:xfrm>
            <a:off x="3472783" y="98497"/>
            <a:ext cx="375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8447AF-A254-EC23-262F-5F006DBBC88D}"/>
              </a:ext>
            </a:extLst>
          </p:cNvPr>
          <p:cNvSpPr txBox="1"/>
          <p:nvPr/>
        </p:nvSpPr>
        <p:spPr>
          <a:xfrm>
            <a:off x="3472782" y="2843903"/>
            <a:ext cx="359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18A9AF-63C0-E69A-D3C9-56CC253B42C4}"/>
              </a:ext>
            </a:extLst>
          </p:cNvPr>
          <p:cNvSpPr txBox="1"/>
          <p:nvPr/>
        </p:nvSpPr>
        <p:spPr>
          <a:xfrm>
            <a:off x="6284076" y="98497"/>
            <a:ext cx="405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7AF54D-83A1-1088-DCDF-0F81313E7452}"/>
              </a:ext>
            </a:extLst>
          </p:cNvPr>
          <p:cNvSpPr txBox="1"/>
          <p:nvPr/>
        </p:nvSpPr>
        <p:spPr>
          <a:xfrm>
            <a:off x="6284076" y="2843903"/>
            <a:ext cx="349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4120427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159</TotalTime>
  <Words>8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 Ohad</dc:creator>
  <cp:lastModifiedBy>Amir Ohad</cp:lastModifiedBy>
  <cp:revision>3</cp:revision>
  <dcterms:created xsi:type="dcterms:W3CDTF">2026-03-03T14:24:24Z</dcterms:created>
  <dcterms:modified xsi:type="dcterms:W3CDTF">2026-03-03T17:03:34Z</dcterms:modified>
</cp:coreProperties>
</file>