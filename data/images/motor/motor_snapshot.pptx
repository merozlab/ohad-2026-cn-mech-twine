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9549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15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622" y="1122363"/>
            <a:ext cx="6761719" cy="2387600"/>
          </a:xfrm>
        </p:spPr>
        <p:txBody>
          <a:bodyPr anchor="b"/>
          <a:lstStyle>
            <a:lvl1pPr algn="ctr">
              <a:defRPr sz="52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4371" y="3602038"/>
            <a:ext cx="5966222" cy="1655762"/>
          </a:xfrm>
        </p:spPr>
        <p:txBody>
          <a:bodyPr/>
          <a:lstStyle>
            <a:lvl1pPr marL="0" indent="0" algn="ctr">
              <a:buNone/>
              <a:defRPr sz="2088"/>
            </a:lvl1pPr>
            <a:lvl2pPr marL="397764" indent="0" algn="ctr">
              <a:buNone/>
              <a:defRPr sz="1740"/>
            </a:lvl2pPr>
            <a:lvl3pPr marL="795528" indent="0" algn="ctr">
              <a:buNone/>
              <a:defRPr sz="1566"/>
            </a:lvl3pPr>
            <a:lvl4pPr marL="1193292" indent="0" algn="ctr">
              <a:buNone/>
              <a:defRPr sz="1392"/>
            </a:lvl4pPr>
            <a:lvl5pPr marL="1591056" indent="0" algn="ctr">
              <a:buNone/>
              <a:defRPr sz="1392"/>
            </a:lvl5pPr>
            <a:lvl6pPr marL="1988820" indent="0" algn="ctr">
              <a:buNone/>
              <a:defRPr sz="1392"/>
            </a:lvl6pPr>
            <a:lvl7pPr marL="2386584" indent="0" algn="ctr">
              <a:buNone/>
              <a:defRPr sz="1392"/>
            </a:lvl7pPr>
            <a:lvl8pPr marL="2784348" indent="0" algn="ctr">
              <a:buNone/>
              <a:defRPr sz="1392"/>
            </a:lvl8pPr>
            <a:lvl9pPr marL="3182112" indent="0" algn="ctr">
              <a:buNone/>
              <a:defRPr sz="13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0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761" y="1709740"/>
            <a:ext cx="6861156" cy="2852737"/>
          </a:xfrm>
        </p:spPr>
        <p:txBody>
          <a:bodyPr anchor="b"/>
          <a:lstStyle>
            <a:lvl1pPr>
              <a:defRPr sz="52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2761" y="4589465"/>
            <a:ext cx="6861156" cy="1500187"/>
          </a:xfrm>
        </p:spPr>
        <p:txBody>
          <a:bodyPr/>
          <a:lstStyle>
            <a:lvl1pPr marL="0" indent="0">
              <a:buNone/>
              <a:defRPr sz="2088">
                <a:solidFill>
                  <a:schemeClr val="tx1"/>
                </a:solidFill>
              </a:defRPr>
            </a:lvl1pPr>
            <a:lvl2pPr marL="397764" indent="0">
              <a:buNone/>
              <a:defRPr sz="1740">
                <a:solidFill>
                  <a:schemeClr val="tx1">
                    <a:tint val="75000"/>
                  </a:schemeClr>
                </a:solidFill>
              </a:defRPr>
            </a:lvl2pPr>
            <a:lvl3pPr marL="795528" indent="0">
              <a:buNone/>
              <a:defRPr sz="1566">
                <a:solidFill>
                  <a:schemeClr val="tx1">
                    <a:tint val="75000"/>
                  </a:schemeClr>
                </a:solidFill>
              </a:defRPr>
            </a:lvl3pPr>
            <a:lvl4pPr marL="1193292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4pPr>
            <a:lvl5pPr marL="1591056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5pPr>
            <a:lvl6pPr marL="1988820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6pPr>
            <a:lvl7pPr marL="2386584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7pPr>
            <a:lvl8pPr marL="2784348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8pPr>
            <a:lvl9pPr marL="3182112" indent="0">
              <a:buNone/>
              <a:defRPr sz="13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6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6904" y="1825625"/>
            <a:ext cx="338085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27200" y="1825625"/>
            <a:ext cx="338085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940" y="365127"/>
            <a:ext cx="68611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7941" y="1681163"/>
            <a:ext cx="3365322" cy="823912"/>
          </a:xfrm>
        </p:spPr>
        <p:txBody>
          <a:bodyPr anchor="b"/>
          <a:lstStyle>
            <a:lvl1pPr marL="0" indent="0">
              <a:buNone/>
              <a:defRPr sz="2088" b="1"/>
            </a:lvl1pPr>
            <a:lvl2pPr marL="397764" indent="0">
              <a:buNone/>
              <a:defRPr sz="1740" b="1"/>
            </a:lvl2pPr>
            <a:lvl3pPr marL="795528" indent="0">
              <a:buNone/>
              <a:defRPr sz="1566" b="1"/>
            </a:lvl3pPr>
            <a:lvl4pPr marL="1193292" indent="0">
              <a:buNone/>
              <a:defRPr sz="1392" b="1"/>
            </a:lvl4pPr>
            <a:lvl5pPr marL="1591056" indent="0">
              <a:buNone/>
              <a:defRPr sz="1392" b="1"/>
            </a:lvl5pPr>
            <a:lvl6pPr marL="1988820" indent="0">
              <a:buNone/>
              <a:defRPr sz="1392" b="1"/>
            </a:lvl6pPr>
            <a:lvl7pPr marL="2386584" indent="0">
              <a:buNone/>
              <a:defRPr sz="1392" b="1"/>
            </a:lvl7pPr>
            <a:lvl8pPr marL="2784348" indent="0">
              <a:buNone/>
              <a:defRPr sz="1392" b="1"/>
            </a:lvl8pPr>
            <a:lvl9pPr marL="3182112" indent="0">
              <a:buNone/>
              <a:defRPr sz="13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7941" y="2505075"/>
            <a:ext cx="336532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27201" y="1681163"/>
            <a:ext cx="3381895" cy="823912"/>
          </a:xfrm>
        </p:spPr>
        <p:txBody>
          <a:bodyPr anchor="b"/>
          <a:lstStyle>
            <a:lvl1pPr marL="0" indent="0">
              <a:buNone/>
              <a:defRPr sz="2088" b="1"/>
            </a:lvl1pPr>
            <a:lvl2pPr marL="397764" indent="0">
              <a:buNone/>
              <a:defRPr sz="1740" b="1"/>
            </a:lvl2pPr>
            <a:lvl3pPr marL="795528" indent="0">
              <a:buNone/>
              <a:defRPr sz="1566" b="1"/>
            </a:lvl3pPr>
            <a:lvl4pPr marL="1193292" indent="0">
              <a:buNone/>
              <a:defRPr sz="1392" b="1"/>
            </a:lvl4pPr>
            <a:lvl5pPr marL="1591056" indent="0">
              <a:buNone/>
              <a:defRPr sz="1392" b="1"/>
            </a:lvl5pPr>
            <a:lvl6pPr marL="1988820" indent="0">
              <a:buNone/>
              <a:defRPr sz="1392" b="1"/>
            </a:lvl6pPr>
            <a:lvl7pPr marL="2386584" indent="0">
              <a:buNone/>
              <a:defRPr sz="1392" b="1"/>
            </a:lvl7pPr>
            <a:lvl8pPr marL="2784348" indent="0">
              <a:buNone/>
              <a:defRPr sz="1392" b="1"/>
            </a:lvl8pPr>
            <a:lvl9pPr marL="3182112" indent="0">
              <a:buNone/>
              <a:defRPr sz="13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27201" y="2505075"/>
            <a:ext cx="338189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7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01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6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940" y="457200"/>
            <a:ext cx="2565683" cy="1600200"/>
          </a:xfrm>
        </p:spPr>
        <p:txBody>
          <a:bodyPr anchor="b"/>
          <a:lstStyle>
            <a:lvl1pPr>
              <a:defRPr sz="27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895" y="987427"/>
            <a:ext cx="4027200" cy="4873625"/>
          </a:xfrm>
        </p:spPr>
        <p:txBody>
          <a:bodyPr/>
          <a:lstStyle>
            <a:lvl1pPr>
              <a:defRPr sz="2784"/>
            </a:lvl1pPr>
            <a:lvl2pPr>
              <a:defRPr sz="2436"/>
            </a:lvl2pPr>
            <a:lvl3pPr>
              <a:defRPr sz="2088"/>
            </a:lvl3pPr>
            <a:lvl4pPr>
              <a:defRPr sz="1740"/>
            </a:lvl4pPr>
            <a:lvl5pPr>
              <a:defRPr sz="1740"/>
            </a:lvl5pPr>
            <a:lvl6pPr>
              <a:defRPr sz="1740"/>
            </a:lvl6pPr>
            <a:lvl7pPr>
              <a:defRPr sz="1740"/>
            </a:lvl7pPr>
            <a:lvl8pPr>
              <a:defRPr sz="1740"/>
            </a:lvl8pPr>
            <a:lvl9pPr>
              <a:defRPr sz="17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7940" y="2057400"/>
            <a:ext cx="2565683" cy="3811588"/>
          </a:xfrm>
        </p:spPr>
        <p:txBody>
          <a:bodyPr/>
          <a:lstStyle>
            <a:lvl1pPr marL="0" indent="0">
              <a:buNone/>
              <a:defRPr sz="1392"/>
            </a:lvl1pPr>
            <a:lvl2pPr marL="397764" indent="0">
              <a:buNone/>
              <a:defRPr sz="1218"/>
            </a:lvl2pPr>
            <a:lvl3pPr marL="795528" indent="0">
              <a:buNone/>
              <a:defRPr sz="1044"/>
            </a:lvl3pPr>
            <a:lvl4pPr marL="1193292" indent="0">
              <a:buNone/>
              <a:defRPr sz="870"/>
            </a:lvl4pPr>
            <a:lvl5pPr marL="1591056" indent="0">
              <a:buNone/>
              <a:defRPr sz="870"/>
            </a:lvl5pPr>
            <a:lvl6pPr marL="1988820" indent="0">
              <a:buNone/>
              <a:defRPr sz="870"/>
            </a:lvl6pPr>
            <a:lvl7pPr marL="2386584" indent="0">
              <a:buNone/>
              <a:defRPr sz="870"/>
            </a:lvl7pPr>
            <a:lvl8pPr marL="2784348" indent="0">
              <a:buNone/>
              <a:defRPr sz="870"/>
            </a:lvl8pPr>
            <a:lvl9pPr marL="3182112" indent="0">
              <a:buNone/>
              <a:defRPr sz="8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4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940" y="457200"/>
            <a:ext cx="2565683" cy="1600200"/>
          </a:xfrm>
        </p:spPr>
        <p:txBody>
          <a:bodyPr anchor="b"/>
          <a:lstStyle>
            <a:lvl1pPr>
              <a:defRPr sz="27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81895" y="987427"/>
            <a:ext cx="4027200" cy="4873625"/>
          </a:xfrm>
        </p:spPr>
        <p:txBody>
          <a:bodyPr anchor="t"/>
          <a:lstStyle>
            <a:lvl1pPr marL="0" indent="0">
              <a:buNone/>
              <a:defRPr sz="2784"/>
            </a:lvl1pPr>
            <a:lvl2pPr marL="397764" indent="0">
              <a:buNone/>
              <a:defRPr sz="2436"/>
            </a:lvl2pPr>
            <a:lvl3pPr marL="795528" indent="0">
              <a:buNone/>
              <a:defRPr sz="2088"/>
            </a:lvl3pPr>
            <a:lvl4pPr marL="1193292" indent="0">
              <a:buNone/>
              <a:defRPr sz="1740"/>
            </a:lvl4pPr>
            <a:lvl5pPr marL="1591056" indent="0">
              <a:buNone/>
              <a:defRPr sz="1740"/>
            </a:lvl5pPr>
            <a:lvl6pPr marL="1988820" indent="0">
              <a:buNone/>
              <a:defRPr sz="1740"/>
            </a:lvl6pPr>
            <a:lvl7pPr marL="2386584" indent="0">
              <a:buNone/>
              <a:defRPr sz="1740"/>
            </a:lvl7pPr>
            <a:lvl8pPr marL="2784348" indent="0">
              <a:buNone/>
              <a:defRPr sz="1740"/>
            </a:lvl8pPr>
            <a:lvl9pPr marL="3182112" indent="0">
              <a:buNone/>
              <a:defRPr sz="17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7940" y="2057400"/>
            <a:ext cx="2565683" cy="3811588"/>
          </a:xfrm>
        </p:spPr>
        <p:txBody>
          <a:bodyPr/>
          <a:lstStyle>
            <a:lvl1pPr marL="0" indent="0">
              <a:buNone/>
              <a:defRPr sz="1392"/>
            </a:lvl1pPr>
            <a:lvl2pPr marL="397764" indent="0">
              <a:buNone/>
              <a:defRPr sz="1218"/>
            </a:lvl2pPr>
            <a:lvl3pPr marL="795528" indent="0">
              <a:buNone/>
              <a:defRPr sz="1044"/>
            </a:lvl3pPr>
            <a:lvl4pPr marL="1193292" indent="0">
              <a:buNone/>
              <a:defRPr sz="870"/>
            </a:lvl4pPr>
            <a:lvl5pPr marL="1591056" indent="0">
              <a:buNone/>
              <a:defRPr sz="870"/>
            </a:lvl5pPr>
            <a:lvl6pPr marL="1988820" indent="0">
              <a:buNone/>
              <a:defRPr sz="870"/>
            </a:lvl6pPr>
            <a:lvl7pPr marL="2386584" indent="0">
              <a:buNone/>
              <a:defRPr sz="870"/>
            </a:lvl7pPr>
            <a:lvl8pPr marL="2784348" indent="0">
              <a:buNone/>
              <a:defRPr sz="870"/>
            </a:lvl8pPr>
            <a:lvl9pPr marL="3182112" indent="0">
              <a:buNone/>
              <a:defRPr sz="8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1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3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92771" y="365125"/>
            <a:ext cx="171528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6904" y="365125"/>
            <a:ext cx="504643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5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6904" y="365127"/>
            <a:ext cx="68611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904" y="1825625"/>
            <a:ext cx="68611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6904" y="6356352"/>
            <a:ext cx="17898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7C8F0-3463-4573-9756-A629977B226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35082" y="6356352"/>
            <a:ext cx="268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18192" y="6356352"/>
            <a:ext cx="17898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82873-CE3D-49CF-A16E-B5C033117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5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95528" rtl="0" eaLnBrk="1" latinLnBrk="0" hangingPunct="1">
        <a:lnSpc>
          <a:spcPct val="90000"/>
        </a:lnSpc>
        <a:spcBef>
          <a:spcPct val="0"/>
        </a:spcBef>
        <a:buNone/>
        <a:defRPr sz="38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882" indent="-198882" algn="l" defTabSz="795528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36" kern="1200">
          <a:solidFill>
            <a:schemeClr val="tx1"/>
          </a:solidFill>
          <a:latin typeface="+mn-lt"/>
          <a:ea typeface="+mn-ea"/>
          <a:cs typeface="+mn-cs"/>
        </a:defRPr>
      </a:lvl1pPr>
      <a:lvl2pPr marL="596646" indent="-198882" algn="l" defTabSz="795528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88" kern="1200">
          <a:solidFill>
            <a:schemeClr val="tx1"/>
          </a:solidFill>
          <a:latin typeface="+mn-lt"/>
          <a:ea typeface="+mn-ea"/>
          <a:cs typeface="+mn-cs"/>
        </a:defRPr>
      </a:lvl2pPr>
      <a:lvl3pPr marL="994410" indent="-198882" algn="l" defTabSz="795528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3pPr>
      <a:lvl4pPr marL="1392174" indent="-198882" algn="l" defTabSz="795528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4pPr>
      <a:lvl5pPr marL="1789938" indent="-198882" algn="l" defTabSz="795528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5pPr>
      <a:lvl6pPr marL="2187702" indent="-198882" algn="l" defTabSz="795528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6pPr>
      <a:lvl7pPr marL="2585466" indent="-198882" algn="l" defTabSz="795528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7pPr>
      <a:lvl8pPr marL="2983230" indent="-198882" algn="l" defTabSz="795528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8pPr>
      <a:lvl9pPr marL="3380994" indent="-198882" algn="l" defTabSz="795528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5528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1pPr>
      <a:lvl2pPr marL="397764" algn="l" defTabSz="795528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2pPr>
      <a:lvl3pPr marL="795528" algn="l" defTabSz="795528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3pPr>
      <a:lvl4pPr marL="1193292" algn="l" defTabSz="795528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4pPr>
      <a:lvl5pPr marL="1591056" algn="l" defTabSz="795528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5pPr>
      <a:lvl6pPr marL="1988820" algn="l" defTabSz="795528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6pPr>
      <a:lvl7pPr marL="2386584" algn="l" defTabSz="795528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7pPr>
      <a:lvl8pPr marL="2784348" algn="l" defTabSz="795528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8pPr>
      <a:lvl9pPr marL="3182112" algn="l" defTabSz="795528" rtl="0" eaLnBrk="1" latinLnBrk="0" hangingPunct="1">
        <a:defRPr sz="15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80F921-1AC7-22FC-C0F9-D752DBEACA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7" t="22861" r="36031" b="23872"/>
          <a:stretch>
            <a:fillRect/>
          </a:stretch>
        </p:blipFill>
        <p:spPr>
          <a:xfrm>
            <a:off x="229089" y="9694"/>
            <a:ext cx="7529209" cy="684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298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 Ohad</dc:creator>
  <cp:lastModifiedBy>Amir Ohad</cp:lastModifiedBy>
  <cp:revision>1</cp:revision>
  <dcterms:created xsi:type="dcterms:W3CDTF">2026-03-03T10:39:28Z</dcterms:created>
  <dcterms:modified xsi:type="dcterms:W3CDTF">2026-03-03T10:41:24Z</dcterms:modified>
</cp:coreProperties>
</file>