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5867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24" y="184"/>
      </p:cViewPr>
      <p:guideLst>
        <p:guide orient="horz" pos="1848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60244"/>
            <a:ext cx="9144000" cy="2042724"/>
          </a:xfrm>
        </p:spPr>
        <p:txBody>
          <a:bodyPr anchor="b"/>
          <a:lstStyle>
            <a:lvl1pPr algn="ctr">
              <a:defRPr sz="513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81744"/>
            <a:ext cx="9144000" cy="1416596"/>
          </a:xfrm>
        </p:spPr>
        <p:txBody>
          <a:bodyPr/>
          <a:lstStyle>
            <a:lvl1pPr marL="0" indent="0" algn="ctr">
              <a:buNone/>
              <a:defRPr sz="2053"/>
            </a:lvl1pPr>
            <a:lvl2pPr marL="391180" indent="0" algn="ctr">
              <a:buNone/>
              <a:defRPr sz="1711"/>
            </a:lvl2pPr>
            <a:lvl3pPr marL="782361" indent="0" algn="ctr">
              <a:buNone/>
              <a:defRPr sz="1540"/>
            </a:lvl3pPr>
            <a:lvl4pPr marL="1173541" indent="0" algn="ctr">
              <a:buNone/>
              <a:defRPr sz="1369"/>
            </a:lvl4pPr>
            <a:lvl5pPr marL="1564721" indent="0" algn="ctr">
              <a:buNone/>
              <a:defRPr sz="1369"/>
            </a:lvl5pPr>
            <a:lvl6pPr marL="1955902" indent="0" algn="ctr">
              <a:buNone/>
              <a:defRPr sz="1369"/>
            </a:lvl6pPr>
            <a:lvl7pPr marL="2347082" indent="0" algn="ctr">
              <a:buNone/>
              <a:defRPr sz="1369"/>
            </a:lvl7pPr>
            <a:lvl8pPr marL="2738262" indent="0" algn="ctr">
              <a:buNone/>
              <a:defRPr sz="1369"/>
            </a:lvl8pPr>
            <a:lvl9pPr marL="3129443" indent="0" algn="ctr">
              <a:buNone/>
              <a:defRPr sz="136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2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2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62776"/>
            <a:ext cx="10515600" cy="2440675"/>
          </a:xfrm>
        </p:spPr>
        <p:txBody>
          <a:bodyPr anchor="b"/>
          <a:lstStyle>
            <a:lvl1pPr>
              <a:defRPr sz="513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26541"/>
            <a:ext cx="10515600" cy="1283493"/>
          </a:xfrm>
        </p:spPr>
        <p:txBody>
          <a:bodyPr/>
          <a:lstStyle>
            <a:lvl1pPr marL="0" indent="0">
              <a:buNone/>
              <a:defRPr sz="2053">
                <a:solidFill>
                  <a:schemeClr val="tx1">
                    <a:tint val="75000"/>
                  </a:schemeClr>
                </a:solidFill>
              </a:defRPr>
            </a:lvl1pPr>
            <a:lvl2pPr marL="391180" indent="0">
              <a:buNone/>
              <a:defRPr sz="1711">
                <a:solidFill>
                  <a:schemeClr val="tx1">
                    <a:tint val="75000"/>
                  </a:schemeClr>
                </a:solidFill>
              </a:defRPr>
            </a:lvl2pPr>
            <a:lvl3pPr marL="782361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3pPr>
            <a:lvl4pPr marL="1173541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4pPr>
            <a:lvl5pPr marL="1564721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5pPr>
            <a:lvl6pPr marL="195590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6pPr>
            <a:lvl7pPr marL="234708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7pPr>
            <a:lvl8pPr marL="2738262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8pPr>
            <a:lvl9pPr marL="3129443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2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1924"/>
            <a:ext cx="5181600" cy="37228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61924"/>
            <a:ext cx="5181600" cy="37228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3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12385"/>
            <a:ext cx="10515600" cy="11340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38329"/>
            <a:ext cx="5157787" cy="704902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80" indent="0">
              <a:buNone/>
              <a:defRPr sz="1711" b="1"/>
            </a:lvl2pPr>
            <a:lvl3pPr marL="782361" indent="0">
              <a:buNone/>
              <a:defRPr sz="1540" b="1"/>
            </a:lvl3pPr>
            <a:lvl4pPr marL="1173541" indent="0">
              <a:buNone/>
              <a:defRPr sz="1369" b="1"/>
            </a:lvl4pPr>
            <a:lvl5pPr marL="1564721" indent="0">
              <a:buNone/>
              <a:defRPr sz="1369" b="1"/>
            </a:lvl5pPr>
            <a:lvl6pPr marL="1955902" indent="0">
              <a:buNone/>
              <a:defRPr sz="1369" b="1"/>
            </a:lvl6pPr>
            <a:lvl7pPr marL="2347082" indent="0">
              <a:buNone/>
              <a:defRPr sz="1369" b="1"/>
            </a:lvl7pPr>
            <a:lvl8pPr marL="2738262" indent="0">
              <a:buNone/>
              <a:defRPr sz="1369" b="1"/>
            </a:lvl8pPr>
            <a:lvl9pPr marL="3129443" indent="0">
              <a:buNone/>
              <a:defRPr sz="136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43231"/>
            <a:ext cx="5157787" cy="315237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8329"/>
            <a:ext cx="5183188" cy="704902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80" indent="0">
              <a:buNone/>
              <a:defRPr sz="1711" b="1"/>
            </a:lvl2pPr>
            <a:lvl3pPr marL="782361" indent="0">
              <a:buNone/>
              <a:defRPr sz="1540" b="1"/>
            </a:lvl3pPr>
            <a:lvl4pPr marL="1173541" indent="0">
              <a:buNone/>
              <a:defRPr sz="1369" b="1"/>
            </a:lvl4pPr>
            <a:lvl5pPr marL="1564721" indent="0">
              <a:buNone/>
              <a:defRPr sz="1369" b="1"/>
            </a:lvl5pPr>
            <a:lvl6pPr marL="1955902" indent="0">
              <a:buNone/>
              <a:defRPr sz="1369" b="1"/>
            </a:lvl6pPr>
            <a:lvl7pPr marL="2347082" indent="0">
              <a:buNone/>
              <a:defRPr sz="1369" b="1"/>
            </a:lvl7pPr>
            <a:lvl8pPr marL="2738262" indent="0">
              <a:buNone/>
              <a:defRPr sz="1369" b="1"/>
            </a:lvl8pPr>
            <a:lvl9pPr marL="3129443" indent="0">
              <a:buNone/>
              <a:defRPr sz="1369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43231"/>
            <a:ext cx="5183188" cy="315237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0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2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8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1160"/>
            <a:ext cx="3932237" cy="1369060"/>
          </a:xfrm>
        </p:spPr>
        <p:txBody>
          <a:bodyPr anchor="b"/>
          <a:lstStyle>
            <a:lvl1pPr>
              <a:defRPr sz="273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44797"/>
            <a:ext cx="6172200" cy="4169657"/>
          </a:xfrm>
        </p:spPr>
        <p:txBody>
          <a:bodyPr/>
          <a:lstStyle>
            <a:lvl1pPr>
              <a:defRPr sz="2738"/>
            </a:lvl1pPr>
            <a:lvl2pPr>
              <a:defRPr sz="2396"/>
            </a:lvl2pPr>
            <a:lvl3pPr>
              <a:defRPr sz="2053"/>
            </a:lvl3pPr>
            <a:lvl4pPr>
              <a:defRPr sz="1711"/>
            </a:lvl4pPr>
            <a:lvl5pPr>
              <a:defRPr sz="1711"/>
            </a:lvl5pPr>
            <a:lvl6pPr>
              <a:defRPr sz="1711"/>
            </a:lvl6pPr>
            <a:lvl7pPr>
              <a:defRPr sz="1711"/>
            </a:lvl7pPr>
            <a:lvl8pPr>
              <a:defRPr sz="1711"/>
            </a:lvl8pPr>
            <a:lvl9pPr>
              <a:defRPr sz="1711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60220"/>
            <a:ext cx="3932237" cy="3261025"/>
          </a:xfrm>
        </p:spPr>
        <p:txBody>
          <a:bodyPr/>
          <a:lstStyle>
            <a:lvl1pPr marL="0" indent="0">
              <a:buNone/>
              <a:defRPr sz="1369"/>
            </a:lvl1pPr>
            <a:lvl2pPr marL="391180" indent="0">
              <a:buNone/>
              <a:defRPr sz="1198"/>
            </a:lvl2pPr>
            <a:lvl3pPr marL="782361" indent="0">
              <a:buNone/>
              <a:defRPr sz="1027"/>
            </a:lvl3pPr>
            <a:lvl4pPr marL="1173541" indent="0">
              <a:buNone/>
              <a:defRPr sz="856"/>
            </a:lvl4pPr>
            <a:lvl5pPr marL="1564721" indent="0">
              <a:buNone/>
              <a:defRPr sz="856"/>
            </a:lvl5pPr>
            <a:lvl6pPr marL="1955902" indent="0">
              <a:buNone/>
              <a:defRPr sz="856"/>
            </a:lvl6pPr>
            <a:lvl7pPr marL="2347082" indent="0">
              <a:buNone/>
              <a:defRPr sz="856"/>
            </a:lvl7pPr>
            <a:lvl8pPr marL="2738262" indent="0">
              <a:buNone/>
              <a:defRPr sz="856"/>
            </a:lvl8pPr>
            <a:lvl9pPr marL="3129443" indent="0">
              <a:buNone/>
              <a:defRPr sz="8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0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91160"/>
            <a:ext cx="3932237" cy="1369060"/>
          </a:xfrm>
        </p:spPr>
        <p:txBody>
          <a:bodyPr anchor="b"/>
          <a:lstStyle>
            <a:lvl1pPr>
              <a:defRPr sz="273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44797"/>
            <a:ext cx="6172200" cy="4169657"/>
          </a:xfrm>
        </p:spPr>
        <p:txBody>
          <a:bodyPr anchor="t"/>
          <a:lstStyle>
            <a:lvl1pPr marL="0" indent="0">
              <a:buNone/>
              <a:defRPr sz="2738"/>
            </a:lvl1pPr>
            <a:lvl2pPr marL="391180" indent="0">
              <a:buNone/>
              <a:defRPr sz="2396"/>
            </a:lvl2pPr>
            <a:lvl3pPr marL="782361" indent="0">
              <a:buNone/>
              <a:defRPr sz="2053"/>
            </a:lvl3pPr>
            <a:lvl4pPr marL="1173541" indent="0">
              <a:buNone/>
              <a:defRPr sz="1711"/>
            </a:lvl4pPr>
            <a:lvl5pPr marL="1564721" indent="0">
              <a:buNone/>
              <a:defRPr sz="1711"/>
            </a:lvl5pPr>
            <a:lvl6pPr marL="1955902" indent="0">
              <a:buNone/>
              <a:defRPr sz="1711"/>
            </a:lvl6pPr>
            <a:lvl7pPr marL="2347082" indent="0">
              <a:buNone/>
              <a:defRPr sz="1711"/>
            </a:lvl7pPr>
            <a:lvl8pPr marL="2738262" indent="0">
              <a:buNone/>
              <a:defRPr sz="1711"/>
            </a:lvl8pPr>
            <a:lvl9pPr marL="3129443" indent="0">
              <a:buNone/>
              <a:defRPr sz="1711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60220"/>
            <a:ext cx="3932237" cy="3261025"/>
          </a:xfrm>
        </p:spPr>
        <p:txBody>
          <a:bodyPr/>
          <a:lstStyle>
            <a:lvl1pPr marL="0" indent="0">
              <a:buNone/>
              <a:defRPr sz="1369"/>
            </a:lvl1pPr>
            <a:lvl2pPr marL="391180" indent="0">
              <a:buNone/>
              <a:defRPr sz="1198"/>
            </a:lvl2pPr>
            <a:lvl3pPr marL="782361" indent="0">
              <a:buNone/>
              <a:defRPr sz="1027"/>
            </a:lvl3pPr>
            <a:lvl4pPr marL="1173541" indent="0">
              <a:buNone/>
              <a:defRPr sz="856"/>
            </a:lvl4pPr>
            <a:lvl5pPr marL="1564721" indent="0">
              <a:buNone/>
              <a:defRPr sz="856"/>
            </a:lvl5pPr>
            <a:lvl6pPr marL="1955902" indent="0">
              <a:buNone/>
              <a:defRPr sz="856"/>
            </a:lvl6pPr>
            <a:lvl7pPr marL="2347082" indent="0">
              <a:buNone/>
              <a:defRPr sz="856"/>
            </a:lvl7pPr>
            <a:lvl8pPr marL="2738262" indent="0">
              <a:buNone/>
              <a:defRPr sz="856"/>
            </a:lvl8pPr>
            <a:lvl9pPr marL="3129443" indent="0">
              <a:buNone/>
              <a:defRPr sz="85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5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12385"/>
            <a:ext cx="2628900" cy="4972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12385"/>
            <a:ext cx="7734300" cy="49723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2385"/>
            <a:ext cx="10515600" cy="1134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61924"/>
            <a:ext cx="10515600" cy="372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438211"/>
            <a:ext cx="2743200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E7194-1BC0-4973-A0E8-7AAD0E937C2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438211"/>
            <a:ext cx="4114800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438211"/>
            <a:ext cx="2743200" cy="312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40A3B-79F8-4ED0-A91F-46FD33DCF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9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82361" rtl="0" eaLnBrk="1" latinLnBrk="0" hangingPunct="1">
        <a:lnSpc>
          <a:spcPct val="90000"/>
        </a:lnSpc>
        <a:spcBef>
          <a:spcPct val="0"/>
        </a:spcBef>
        <a:buNone/>
        <a:defRPr sz="37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90" indent="-195590" algn="l" defTabSz="782361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1pPr>
      <a:lvl2pPr marL="586770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97795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6913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760311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215149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54267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933852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325033" indent="-195590" algn="l" defTabSz="78236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180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36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354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4721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590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708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38262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29443" algn="l" defTabSz="782361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26" b="22669"/>
          <a:stretch/>
        </p:blipFill>
        <p:spPr>
          <a:xfrm>
            <a:off x="6696639" y="917835"/>
            <a:ext cx="5142155" cy="49069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75" b="22937"/>
          <a:stretch/>
        </p:blipFill>
        <p:spPr>
          <a:xfrm>
            <a:off x="331698" y="917835"/>
            <a:ext cx="5181601" cy="490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82098" y="338418"/>
            <a:ext cx="1480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Contact starts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8908" y="338418"/>
            <a:ext cx="2297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twine after 5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0880" y="3762935"/>
            <a:ext cx="767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motor</a:t>
            </a:r>
          </a:p>
        </p:txBody>
      </p:sp>
      <p:sp>
        <p:nvSpPr>
          <p:cNvPr id="9" name="Curved Down Arrow 8"/>
          <p:cNvSpPr/>
          <p:nvPr/>
        </p:nvSpPr>
        <p:spPr>
          <a:xfrm rot="8841200">
            <a:off x="2967994" y="3981208"/>
            <a:ext cx="1230006" cy="52891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8" rIns="91440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 rot="19051649" flipH="1">
            <a:off x="2076136" y="2637947"/>
            <a:ext cx="1136381" cy="52891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8" rIns="91440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727975" y="3111804"/>
                <a:ext cx="6373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𝐶𝑁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975" y="3111804"/>
                <a:ext cx="63735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414584" y="513453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support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12697" y="4245666"/>
            <a:ext cx="1797425" cy="142943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19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9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2</cp:revision>
  <dcterms:created xsi:type="dcterms:W3CDTF">2026-02-26T17:40:02Z</dcterms:created>
  <dcterms:modified xsi:type="dcterms:W3CDTF">2026-02-26T17:43:09Z</dcterms:modified>
</cp:coreProperties>
</file>